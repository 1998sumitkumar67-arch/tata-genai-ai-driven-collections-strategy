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19"/>
    <p:sldId id="264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AI-Powered Collections Strategy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r>
              <a:t>Leveraging Agentic AI for Scalable, Fair, and Effective Debt Management at Geldium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• Inputs: Payment history, credit score, DTI ratio, credit utilization</a:t>
            </a:r>
          </a:p>
          <a:p>
            <a:r>
              <a:t>• Decision Logic: Logistic Regression + business rules</a:t>
            </a:r>
          </a:p>
          <a:p>
            <a:r>
              <a:t>• Actions: SMS, calls, repayment plans, hardship support</a:t>
            </a:r>
          </a:p>
          <a:p>
            <a:r>
              <a:t>• Learning: Monitor outcomes and continuously retrain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Role of Agentic AI</a:t>
            </a: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Autonomous:</a:t>
            </a:r>
          </a:p>
          <a:p>
            <a:r>
              <a:t>• Risk scoring</a:t>
            </a:r>
          </a:p>
          <a:p>
            <a:r>
              <a:t>• SMS/email reminders</a:t>
            </a:r>
          </a:p>
          <a:p>
            <a:r>
              <a:t>• Customer prioritization</a:t>
            </a:r>
          </a:p>
          <a:p/>
          <a:p>
            <a:r>
              <a:t>Human Oversight:</a:t>
            </a:r>
          </a:p>
          <a:p>
            <a:r>
              <a:t>• Hardship approvals</a:t>
            </a:r>
          </a:p>
          <a:p>
            <a:r>
              <a:t>• Legal escalation</a:t>
            </a:r>
          </a:p>
          <a:p>
            <a:r>
              <a:t>• High-impact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Responsible AI Guardrails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• Fairness checks and bias monitoring</a:t>
            </a:r>
          </a:p>
          <a:p>
            <a:r>
              <a:t>• Explainable AI</a:t>
            </a:r>
          </a:p>
          <a:p>
            <a:r>
              <a:t>• Human-in-the-loop review</a:t>
            </a:r>
          </a:p>
          <a:p>
            <a:r>
              <a:t>• ECOA, GDPR, FCA, FCRA compliance</a:t>
            </a:r>
          </a:p>
          <a:p>
            <a:r>
              <a:t>• Continuous auditing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Expected Business Impact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Business KPIs:</a:t>
            </a:r>
          </a:p>
          <a:p>
            <a:r>
              <a:t>• Delinquency ↓10–15%</a:t>
            </a:r>
          </a:p>
          <a:p>
            <a:r>
              <a:t>• Collection efficiency ↑20%</a:t>
            </a:r>
          </a:p>
          <a:p>
            <a:r>
              <a:t>• Operational cost ↓15%</a:t>
            </a:r>
          </a:p>
          <a:p/>
          <a:p>
            <a:r>
              <a:t>Customer Outcomes:</a:t>
            </a:r>
          </a:p>
          <a:p>
            <a:r>
              <a:t>• Better customer trust</a:t>
            </a:r>
          </a:p>
          <a:p>
            <a:r>
              <a:t>• Improved fairness</a:t>
            </a:r>
          </a:p>
          <a:p>
            <a:r>
              <a:t>• Better repayment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 an AI-assisted, agentic collections framework that is transparent, fair, scalable, and compliant.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Collections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Data</a:t>
            </a:r>
          </a:p>
          <a:p>
            <a:r>
              <a:t>↓</a:t>
            </a:r>
          </a:p>
          <a:p>
            <a:r>
              <a:t>Risk Prediction Model</a:t>
            </a:r>
          </a:p>
          <a:p>
            <a:r>
              <a:t>↓</a:t>
            </a:r>
          </a:p>
          <a:p>
            <a:r>
              <a:t>Agentic AI Decision Engine</a:t>
            </a:r>
          </a:p>
          <a:p>
            <a:r>
              <a:t>↓</a:t>
            </a:r>
          </a:p>
          <a:p>
            <a:r>
              <a:t>Collection Actions</a:t>
            </a:r>
          </a:p>
          <a:p>
            <a:r>
              <a:t>↓</a:t>
            </a:r>
          </a:p>
          <a:p>
            <a:r>
              <a:t>Human Review</a:t>
            </a:r>
          </a:p>
          <a:p>
            <a:r>
              <a:t>↓</a:t>
            </a:r>
          </a:p>
          <a:p>
            <a:r>
              <a:t>Learning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Responsible AI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Fairness</a:t>
            </a:r>
          </a:p>
          <a:p>
            <a:r>
              <a:t>Reliability &amp; Safety</a:t>
            </a:r>
          </a:p>
          <a:p>
            <a:r>
              <a:t>Privacy &amp; Security</a:t>
            </a:r>
          </a:p>
          <a:p>
            <a:r>
              <a:t>Inclusiveness</a:t>
            </a:r>
          </a:p>
          <a:p>
            <a:r>
              <a:t>Transparency</a:t>
            </a:r>
          </a:p>
          <a:p>
            <a:r>
              <a:t>Accountability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